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 e Gestão de Sessão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 Aplicada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 hoje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3 protegemos identidade e acesso. Hoje protegemos os dados de verdade — e blindamos a sessão e o token.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x hash x HMAC, algoritmos aprovados e gestão de chaves.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segura, cookies, JWT e CSRF.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substituir "Base64" por AES-GCM, verificar assinatura de JWT e proteger a sessão.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8668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7812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certa é "preciso ler este dado de volta?" — ela decide qual primitiva usar.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 x Hash x HMAC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ferramentas diferentes para três problemas diferentes — escolher errado é a falha.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000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(simétrica/assimétrica): protege dado que precisa ser recuperado (ex.: dados de pagamento).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4096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verifica sem guardar o original (ex.: senha, via bcrypt).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1985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HMAC: verifica integridade + autenticidade com uma chave secreta (ex.: assinar um token).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987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901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é trancar no cofre; hashear é triturar; o HMAC é o lacre que prova que ninguém abriu.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Simétrica x Assimétrica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famílias de cifra, com papéis complementares.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(AES) usa a mesma chave para cifrar e decifrar — rápida, ideal para volume e dados em repouso. Assimétrica (RSA/EC) usa par público/privado — mais lenta, ótima para troca de chave e assinatura.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TLS combina as duas — assimétrica para trocar uma chave, simétrica para cifrar os dados da sessão.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dados de pagamento em repouso, usamos AES (simétrica).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Algoritmos: aprovados x obsoletos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algoritmo certo, no modo certo, é metade da batalha.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AES-256-GCM (cifra autenticada), RSA-2048+ com OAEP, SHA-256+.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Evite: DES/3DES/RC4, MD5/SHA-1 para segurança, RSA PKCS#1 v1.5 puro.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ECB: blocos iguais viram cifra igual, e o padrão vaza (o clássico "pinguim ECB").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GCM — ele entrega confidencialidade E integridade em um passo.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"Criptografar" não é "codificar"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mais comum de criptografia é não usar criptografia nenhuma.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é codificação — reversível sem chave. Não oferece confidencialidade alguma.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"Proteção" falsa: qualquer um decodifica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protegido = Base64.getEncoder().encodeToString(cartao.getBytes());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73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6987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é escrever de trás para frente — parece embaralhado, mas qualquer um lê no espelho.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4028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4942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pagamento estão em Base64; no Lab 4.1 decodificamos ao vivo para provar que não há proteção.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chaves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cifra só é tão forte quanto o sigilo da chave — e a chave não mora no código.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faça hardcode da chave; use KMS/HSM/Vault ou, no mínimo, variáveis de ambiente; rotacione e dê escopo mínimo; separe a chave do dado (não guarde a chave ao lado do ciphertext).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commitar a chave no repositório "só para testar" — e ela vive para sempre no histórico do git.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de cifra vem de variável de ambiente (PORTAL_CRYPTO_KEY), não do código.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SecureRandom, IV e nonce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Aleatoriedade de segurança não é a mesma aleatoriedade de um jogo.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java.security.SecureRandom (CSPRNG) para chaves, IVs e tokens — nunca java.util.Random. No GCM, o IV/nonce (12 bytes) deve ser único por operação.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o mesmo IV com a mesma chave no GCM é catastrófico — quebra a confidencialidade.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IV é como um tempero único por prato; repetir o mesmo tempero com a mesma receita entrega o segredo.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JCA/JCE na prática — AES-256-GCM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Cifrando de forma correta em Java, com a API padrão da plataforma.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08276"/>
            <a:ext cx="10661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iv = new byte[12]; new SecureRandom().nextBytes(iv);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 c = Cipher.getInstance("AES/GCM/NoPadding");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c.init(Cipher.ENCRYPT_MODE, key, new GCMParameterSpec(128, iv));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ct = c.doFinal(claro.getBytes(UTF_8));   // guarde iv || ct (a tag já vem junto)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925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5069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 IV || ciphertext || tag (por exemplo, em Base64 — aqui Base64 é só transporte do dado já cifrado).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5478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4622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correção do Lab 4.1; na decifragem, o GCM ainda verifica a integridade (adulteração é detectada).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— o dado em trânsito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em repouso não basta; o dado também precisa de proteção no caminho.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exija TLS 1.2+ (idealmente 1.3) com cipher suites fortes. Em clientes controlados (mobile), considere certificate pinning.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9407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 (Java): um TrustManager permissivo que confia em qualquer certificado — desliga toda a proteção do TLS.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0614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49758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desabilite a verificação de certificado "para funcionar" — é abrir a porta para man-in-the-middle.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APLICADA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Classificando dados sensíveis no Portal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dado precisa do mesmo tratamento — classifique antes de decidir o controle.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Senha: hash (bcrypt) — já feito na Aula 3.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pagamento: cifra AES-GCM em repouso + TLS em trânsito.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público: nada especial.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02666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outros campos do Portal você classificaria como sensíveis, e como os protegeria?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Sessão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seguro da sessão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servidor lembra de você precisa ser à prova de sequestro.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o ID de sessão com entropia suficiente; regenere o ID após o login (anti session fixation); invalide no logout e por timeout (inatividade e absoluto).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ID de sessão não muda após o login, um atacante que plantou um ID conhecido assume a sua sessão autenticada.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proteção contra fixation está desligada — o Lab 4.3 regenera o ID no login.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de sessão seguros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flags simples que evitam boa parte dos roubos de sessão.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HttpOnly: o JavaScript não lê o cookie (mitiga roubo via XSS).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Secure: o cookie só trafega em HTTPS.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(Lax/Strict): limita o envio em requisições cross-site (mitiga CSRF).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o cookie está sem essas flags — o Lab 4.3 as habilita.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867912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de sessão sem HttpOnly e Secure é um cookie à venda.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x Stateless (JWT) — trade-offs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"melhor"; existe o adequado ao contexto.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stateful (JSESSIONID) guarda estado no servidor — fácil de revogar. Stateless (JWT) não guarda estado — fácil de escalar, mas difícil de revogar antes de expirar.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usa sessão; a API usa JWT — e as duas terão correções hoje.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sessão é a pulseira da festa que o segurança pode cancelar; o JWT é o ingresso impresso que vale até a data — cancelar antes é difícil.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com segurança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JWT só vale se a assinatura for verificada — sempre.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a assinatura fixando o algoritmo esperado; verifique exp, iss, aud; use expiração curta + refresh token; guarde o token em cookie HttpOnly de preferência (localStorage é exposto a XSS).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Jwts.parserBuilder().setSigningKey(key).build().parseClaimsJws(token); // lança se inválido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5818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token é lido sem verificar a assinatura — o Lab 4.2 corrige.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alg:none e algorithm confusion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armadilhas clássicas de JWT que transformam "verificação" em teatro.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alg:none é um token sem assinatura que parsers permissivos aceitam. Na confusão HS/RS, o atacante assina com a chave pública tratando-a como segredo HMAC.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forjar {"alg":"none"} com role: ADMIN e enviar sem assinatura — se aceito, é escalada instantânea.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exija um algoritmo específico e verifique com a chave correta; rejeite tokens sem assinatura.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CSRF — por que ainda importa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SameSite, o CSRF continua relevante para fluxos baseados em cookie.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CSRF, o navegador da vítima envia automaticamente os cookies numa requisição forjada por um site malicioso. O Spring Security protege com um token sincronizador.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2724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desabilitar: apenas em APIs puramente stateless que usam token em header (não em cookie) — aí o CSRF não se aplica.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3075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CSRF está desabilitado globalmente sem justificativa; o Lab 4.4 reativa para os fluxos web e isenta a API.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SESSÃO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e sessões concorrentes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eternas e ilimitadas ampliam a janela e a superfície de ataque.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timeout de inatividade e um tempo máximo absoluto; considere limitar sessões simultâneas por usuário, encerrando as antigas.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maximumSessions(1) no Spring Security impede que a mesma conta fique aberta em vários lugares sem controle.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sessão deve expirar — por inatividade e por tempo total.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e Fechamento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4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 falha (quando aplicável) e então corrigir, com evidência do antes e depois.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 — De Base64 para AES-256-GCM (chave em variável de ambiente, IV com SecureRandom).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 — Corrigir o JWT (verificar assinatura) e demonstrar o ataque alg:none antes.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 — Cookie seguro (HttpOnly/Secure/SameSite) + regeneração de sessão.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6839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4.4 — Reativar o CSRF para a web + teste de requisição forjada bloqueada.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3872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detalhado está no deck de laboratório (lab-aula-4) e no lab.md.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e ponte para a Aula 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protegemos o dado (cifra real, não codificação) e blindamos a sessão e o token.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substituiu o Base64 por AES-GCM, passou a verificar o JWT e endureceu a sessão.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5: tratar erros sem vazar informação e usar ferramentas (SAST/DAST) para caçar falhas.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9504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revise AES-GCM e verificação de JWT. A Aula 5 parte de aula-5-baseline.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2026-09-15T18:10:47Z</dcterms:created>
  <dcterms:modified xsi:type="dcterms:W3CDTF">2026-09-15T18:10:47Z</dcterms:modified>
</cp:coreProperties>
</file>