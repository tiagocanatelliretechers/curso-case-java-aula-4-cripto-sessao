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Enquadre a dinâmica: demo para entender, hands-on para consolidar.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 cada bloco teórico ao exercício.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SELECT antes/depois. Conceito: AEAD, IV único, chave no ambiente.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mais impactante da aula. alg:none aceito no baseline; 401 no hardened; parseClaimsJws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DevTools → Application/Cookies e Network. Em http local, secure:false em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Reative CSRF só para a web; mantenha a API stateless separada. Mostre SecurityConfig.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 pela sala; use os pontos de entendimento para checar compreensão.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554480"/>
            <a:ext cx="4937760" cy="493776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731520"/>
            <a:ext cx="3291840" cy="3291840"/>
          </a:xfrm>
          <a:prstGeom prst="ellipse">
            <a:avLst/>
          </a:prstGeom>
          <a:ln w="1905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01400" y="868680"/>
            <a:ext cx="457200" cy="45720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116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</a:t>
            </a:r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Laboratório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&amp; Sessão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 falha  →  corrigir com o código pronto  →  provar que bloqueou.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5029200"/>
            <a:ext cx="1342339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5029200"/>
            <a:ext cx="1342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→ AES-GCM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5029200"/>
            <a:ext cx="415138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10128" y="5029200"/>
            <a:ext cx="41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5029200"/>
            <a:ext cx="1128370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73168" y="5029200"/>
            <a:ext cx="1128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COOKIE/SESSÃO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16368" y="5029200"/>
            <a:ext cx="486461" cy="274320"/>
          </a:xfrm>
          <a:prstGeom prst="roundRect">
            <a:avLst>
              <a:gd name="adj" fmla="val 50000"/>
            </a:avLst>
          </a:prstGeom>
          <a:solidFill>
            <a:srgbClr val="BFE3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16368" y="5029200"/>
            <a:ext cx="48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guiada, depois você põe a mão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423160"/>
            <a:ext cx="1841602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423160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INSTRUTOR DEMONSTRA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926080"/>
            <a:ext cx="475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Vemos a falha no baseline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Trocamos para a solução pronta (hardened)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Provamos que o ataque agora falha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o trecho de código que mudou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444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7056" y="2423160"/>
            <a:ext cx="1841602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17056" y="2423160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VOCÊ REFAZ (lab.md)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17056" y="2926080"/>
            <a:ext cx="475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diz o que observar e o que significa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entendimento: saiba explicar o porquê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Travou? Troubleshooting ou chame o instrutor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é entender, não só entregar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TEORIA VIRA PRÁTICA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conceito → laboratório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359152"/>
            <a:ext cx="182880" cy="18288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52728" y="21396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≠ criptografia (AEAD)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76288" y="21396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em Base64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253167" y="2286000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53167" y="2286000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980944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3328416"/>
            <a:ext cx="182880" cy="18288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52728" y="3108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assinatura precisa ser verificada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aceito sem verificar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253167" y="3255264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53167" y="3255264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95020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4297680"/>
            <a:ext cx="182880" cy="18288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52728" y="407822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 cookie + session fixation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40782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sem flags; sessão fixa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253167" y="4224528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53167" y="4224528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919472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5266944"/>
            <a:ext cx="182880" cy="182880"/>
          </a:xfrm>
          <a:prstGeom prst="ellipse">
            <a:avLst/>
          </a:prstGeom>
          <a:solidFill>
            <a:srgbClr val="BFE3C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52728" y="50474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em fluxos por cookie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76288" y="50474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desabilitado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253167" y="5193792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BFE3C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53167" y="5193792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CRIPTOGRAFIA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não é criptografia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4942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13432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'dado protegido' do banco, decodificado sem chave nenhuma: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"VklTQSA0MTExIDExMTEg..."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321868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indent="0" marL="0">
              <a:buNone/>
            </a:pPr>
            <a:r>
              <a:rPr lang="en-US" sz="13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VISA 4111 1111 1111 1111 val 12/27 cvv 123  </a:t>
            </a:r>
            <a:pPr indent="0" marL="0">
              <a:buNone/>
            </a:pPr>
            <a:r>
              <a:rPr lang="en-US" sz="13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cartão em texto claro.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20624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 — o código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48970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553712"/>
            <a:ext cx="106920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CryptoService.java (hardened) — AES-256-GCM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SecureRandom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nextBytes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nonce único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ENCRYPT_MODE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GCMParameterSpec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chave 256 bits (env)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PORTAL_CRYPTO_KEY, o valor no banco é indecifrável. Chave fora do código; IV único por operação.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JWT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Forjar um admin sem senha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57839" cy="1737360"/>
          </a:xfrm>
          <a:prstGeom prst="roundRect">
            <a:avLst>
              <a:gd name="adj" fmla="val 4211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forjar token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4942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13432"/>
            <a:ext cx="106920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'{"alg":"none"}'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'+/'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'-_'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'='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'{"sub":"joao@acme.com","role":"ROLE_ADMIN"}'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'+/'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'-_'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'='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'%{http_code}'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"Authorization: Bearer $H.$P."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baseline  -&gt; 200  (token forjado ACEITO)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hardened  -&gt; 401  (assinatura inválida)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79476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8862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código que mudou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16966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233672"/>
            <a:ext cx="106920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JwtService.java (hardened)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parserBuilder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setSigningKey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parseClaimsJws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verifica ASSINATURA e exp (note o 's' em Jws)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'Ler' o payload sem verificar a assinatura = o cliente controla os claims (inclusive role: ADMIN).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· SESSÃO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blindado + regeneração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00320" cy="2011680"/>
          </a:xfrm>
          <a:prstGeom prst="roundRect">
            <a:avLst>
              <a:gd name="adj" fmla="val 3636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267712"/>
            <a:ext cx="771754" cy="274320"/>
          </a:xfrm>
          <a:prstGeom prst="roundRect">
            <a:avLst>
              <a:gd name="adj" fmla="val 50000"/>
            </a:avLst>
          </a:prstGeom>
          <a:solidFill>
            <a:srgbClr val="E079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267712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697480"/>
            <a:ext cx="475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JSESSIONID NÃO muda no login (fixation)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Set-Cookie sem HttpOnly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roubável por XSS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011680"/>
            <a:ext cx="5300320" cy="2011680"/>
          </a:xfrm>
          <a:prstGeom prst="roundRect">
            <a:avLst>
              <a:gd name="adj" fmla="val 3636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8768" y="2267712"/>
            <a:ext cx="771754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98768" y="2267712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697480"/>
            <a:ext cx="475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JSESSIONID muda no login (changeSessionId)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Set-Cookie com HttpOnly + SameSite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não lê o cookie de sessão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29768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8912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67258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736592"/>
            <a:ext cx="106920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application.yml (hardened)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servlet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lax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· CSRF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forjado de outro site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1737360"/>
          </a:xfrm>
          <a:prstGeom prst="roundRect">
            <a:avLst>
              <a:gd name="adj" fmla="val 4211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9514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59152"/>
            <a:ext cx="106920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sessão logada por cookie: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'username=joao@acme.com&amp;password=senha123'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POST de escrita SEM token CSRF (simula site externo):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'%{http_code}'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'item=X&amp;quantidade=1'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baseline (CSRF off) -&gt; 200/302 (passou)     hardened (CSRF on) -&gt; 403 (bloqueado)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840480"/>
            <a:ext cx="11057839" cy="1463040"/>
          </a:xfrm>
          <a:prstGeom prst="roundRect">
            <a:avLst>
              <a:gd name="adj" fmla="val 5000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4023360"/>
            <a:ext cx="104177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anexa o cookie sozinho — por isso um site externo consegue disparar a ação. O token CSRF prova que a requisição veio da SUA página. A API stateless (JWT no header) não é afetada: o navegador não anexa esse header automaticamente.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COM VOCÊ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refaça no lab.md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22576"/>
            <a:ext cx="365760" cy="36576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1488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→ AES-256-GCM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2148840"/>
            <a:ext cx="55714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do ambiente + IV único; cifra o pagamento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008376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182112"/>
            <a:ext cx="365760" cy="36576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0083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o JWT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70448" y="3008376"/>
            <a:ext cx="55714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assinatura + exp; rejeitar alg:none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867912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041648"/>
            <a:ext cx="365760" cy="36576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86791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seguro + sessão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70448" y="3867912"/>
            <a:ext cx="55714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do cookie + regenerar o ID no login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727448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901184"/>
            <a:ext cx="365760" cy="365760"/>
          </a:xfrm>
          <a:prstGeom prst="ellipse">
            <a:avLst/>
          </a:prstGeom>
          <a:solidFill>
            <a:srgbClr val="BFE3C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472744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Reativar CSRF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870448" y="4727448"/>
            <a:ext cx="55714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na web; API stateless intacta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deve saber explicar…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194560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Base64 e AES-GCM, citando 'chave' e 'IV'.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2999232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atacante faz se a assinatura do JWT não é verificada.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66928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803904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cada flag: HttpOnly, Secure, SameSite.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66928" y="46085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4608576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CSRF afeta cookie e não a API com token no header.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Travou? Volte ao 'Conceito em 1 minuto' do lab antes de seguir para a Aula 5.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47472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4630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432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CryptoService (AES-GCM) e JwtService (assinatura verificada).</a:t>
            </a:r>
            <a:endParaRPr lang="en-US" sz="15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com flags + regeneração de sessão; CSRF reativado na web.</a:t>
            </a:r>
            <a:endParaRPr lang="en-US" sz="15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Evidências: Base64 decodificado (4.1) e token alg:none rejeitado (4.2).</a:t>
            </a:r>
            <a:endParaRPr lang="en-US" sz="15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 por lab respondendo ao 'Ponto de entendimento'.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489204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5074920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a solução:  </a:t>
            </a:r>
            <a:pPr indent="0" marL="0">
              <a:buNone/>
            </a:pPr>
            <a:r>
              <a:rPr lang="en-US" sz="14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aula-4-hardened</a:t>
            </a:r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Próxima: Aula 5 — Erros &amp; SAST/DAST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LABORATÓRIO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04 — Laboratório: Criptografia &amp; Sessão</dc:title>
  <dc:subject>PptxGenJS Presentation</dc:subject>
  <dc:creator>Curso CASE Java</dc:creator>
  <cp:lastModifiedBy>Curso CASE Java</cp:lastModifiedBy>
  <cp:revision>1</cp:revision>
  <dcterms:created xsi:type="dcterms:W3CDTF">2026-09-27T21:36:23Z</dcterms:created>
  <dcterms:modified xsi:type="dcterms:W3CDTF">2026-09-27T21:36:23Z</dcterms:modified>
</cp:coreProperties>
</file>