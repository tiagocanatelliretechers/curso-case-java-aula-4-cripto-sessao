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Pergunta-chave: "preciso ler de volta?" Sim→cifra; Não→hash.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Portal, dados de pagamento → AES simétrico.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GCM dá confidencialidade e integridade num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Decodifique ao vivo o dados_pagamento do Portal para provar (Lab 4.1).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Ligue com /actuator/env da Aula 1 vazando o segredo do JWT.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Reuso de nonce em GCM é catastrófico — enfatize "único por mensagem".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Base64 aqui é só transporte do ciphertext — o dado já está cifrado.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anti-padrão do TrustManager permissivo e por que é perigoso.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Classifique o dado antes de decidir o controle.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Distribua lab.md. Peça que rodem o ataque alg:none do baseline primeiro.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baseline, sessionFixation().none() desliga a proteção — Lab 4.3.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baseline os flags estão desligados no application.yml.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"Stateless não é 'melhor' — é diferente; revogação é o calcanhar do JWT."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baseline o JWT não é verificado (aceita forjado/alg:none) — Lab 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Demonstração prática no Lab 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baseline, CSRF está desabilitado globalmente — Lab 4.4 reativa para os fluxos com cookie.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Spring Security maximumSessions(1) como exemplo.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o tempo apertar, priorize 4.3 (impacto direto) e demonstre 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Contraponha com o baseline lado a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5 parte de aula-5-baseline (cripto/sessão corrigidos).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10271455" y="3566160"/>
            <a:ext cx="2743200" cy="2743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APPLICATION SECURITY ENGINEER — JAVA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371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4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Coding para Criptografia + Gestão de Sessão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0292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min (2 intervalos de 10 min). Dois módulos com laboratório em cada. Abertura: "Na Aula 3 corrigimos senhas e acesso. Hoje: proteger dados de verdade (não Base64) e blindar a sessão/JWT."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1 (50 min) — Criptografia aplicada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primitiva certa (cifra vs. hash vs. HMAC).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algoritmos aprovados e modos seguros.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chaves fora do código.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a "proteção" Base64 e o JWT no laboratório.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Cifra vs. Hash vs. HMAC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(simétrica/assimétrica):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que precisa ser recuperado (dados de pagamento).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que só precisa ser verificado (senha — via bcrypt, que é hash lento).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integridade + autenticidade com chave secreta (ex.: assinar token).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Simétrica vs. Assimétrica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 (AES): mesma chave cifra/decifra; rápida; para dados em repouso/volume.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Assimétrica (RSA/EC): par público/privado; troca de chave, assinatura; mais lenta.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Híbrido: assimétrica para trocar chave, simétrica para os dados (ex.: TLS).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Algoritmos: aprovados vs. obsoletos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(cifra autenticada), RSA-2048+ com OAEP, SHA-256+.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DES/3DES/RC4, MD5/SHA-1 (para segurança), RSA PKCS#1 v1.5 puro.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ECB (padrões vazam — mostrar a imagem do "pinguim ECB").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"Criptografar" ≠ "codificar"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não é criptografia — é codificação reversível sem chave.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clássico: achar que Base64/hex/“ofuscação” protege dado sensível.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5333695" cy="4754880"/>
          </a:xfrm>
          <a:prstGeom prst="roundRect">
            <a:avLst>
              <a:gd name="adj" fmla="val 1538"/>
            </a:avLst>
          </a:prstGeom>
          <a:solidFill>
            <a:srgbClr val="10182A"/>
          </a:solidFill>
          <a:ln/>
          <a:effectLst>
            <a:outerShdw sx="100000" sy="100000" kx="0" ky="0" algn="bl" rotWithShape="0" blurRad="101600" dist="38100" dir="5400000">
              <a:srgbClr val="0B1020">
                <a:alpha val="5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37960" y="1600200"/>
            <a:ext cx="496793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Base64.getEncoder().encodeToString(cartao); // NÃO protege nada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chaves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hardcode chave no código/repositório.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KMS/HSM/Vault; variáveis de ambiente como mínimo; rotação e escopo.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chave de dado (não guarde a chave ao lado do ciphertext).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SecureRandom e IV/nonce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Aleatoriedade de segurança: java.security.SecureRandom (CSPRNG).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java.util.Random para chaves/IV/tokens.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GCM: IV/nonce único por operação (12 bytes), nunca reutilizar com a mesma chave.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JCA/JCE na prática (Java)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Cipher.getInstance("AES/GCM/NoPadding"), KeyGenerator, GCMParameterSpec.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Armazenar: IV + ciphertext + tag juntos (ex.: concatenar e Base64 para persistir).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TLS (dado em trânsito)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TLS 1.2+ (idealmente 1.3); cipher suites fortes.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comuns em Java: TrustManager que confia em qualquer certificado; desabilitar verificação de host.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pinning quando fizer sentido (mobile/cliente controlado).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sensíveis no Portal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(bcrypt) — já feito na Aula 3.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pagamento: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AES-256-GCM em repouso + TLS em trânsito.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especial: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públicos do catálogo.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2 (40 min) — Laboratório de Criptografia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(parte cripto)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4.1: provar que Base64 não protege → implementar AES-256-GCM com chave em variável de ambiente e SecureRandom no IV.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4.2: corrigir geração/validação do JWT (chave forte fora do código, expiração curta) e demonstrar alg:none antes.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 INTERVALO (10 min)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3 (40 min) — Session Management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seguro da sessão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com entropia suficiente (framework cuida, se bem configurado).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Regenerar o ID após login (anti session fixation).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Invalidar no logout e por timeout (inatividade e absoluto).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Cookies de sessão seguros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(JS não lê), Secure (só HTTPS), SameSite (Lax/Strict).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Domínio/path corretos; nome sem revelar tecnologia quando possível.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Stateful vs. Stateless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JSESSIONID (stateful): estado no servidor; fácil invalidar; escala com sticky/replicação.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(stateless): sem estado no servidor; difícil revogar antes de expirar.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para o Portal (web usa sessão; API usa JWT).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com segurança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 assinatura sempre; fixar o algoritmo esperado (rejeitar alg:none e confusão HS/RS).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Expiração curta + refresh token; validar iss/aud/exp.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guardar no cliente: cookie HttpOnly &gt; localStorage (exposto a XSS).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Ataque alg:none e algorithm confusion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alg:none: token sem assinatura aceito por parsers permissivos.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Confusão HS/RS: assinar com a chave pública (tratada como segredo HMAC).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Defesa: exigir algoritmo específico e verificar com a chave correta.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CSRF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Ataque: navegador envia cookies automaticamente em requisição forjada.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ainda importa mesmo com SameSite: navegadores antigos, subdomínios, exceções.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nativa do Spring Security (token sincronizador) para fluxos com cookie.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desabilitar: API puramente stateless com token em header (não em cookie).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Timeout e concurrent session control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de inatividade + tempo máximo absoluto.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sessões simultâneas por usuário; encerrar sessões antigas.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4 (60 min) — Laboratório de Sessão</a:t>
            </a:r>
            <a:endParaRPr lang="en-US" sz="3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(parte sessão)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4.3: flags de cookie (HttpOnly/Secure/SameSite) + regeneração de ID no login.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4.4: reativar CSRF para os fluxos com cookie + teste de requisição forjada bloqueada.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 INTERVALO (10 min)</a:t>
            </a:r>
            <a:endParaRPr lang="en-US" sz="3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5 (20 min) — Debrief + Quiz</a:t>
            </a:r>
            <a:endParaRPr lang="en-US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Debrief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o ciphertext AES (e que sem a chave não se recupera o dado).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 token alg:none contra a versão corrigida (deve ser rejeitado).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Inspecionar o Set-Cookie com os flags corretos.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+ ponte para a Aula 5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(quiz.md).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5: tratamento de erros e testes (SAST/DAST) — vamos escanear a app.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2026-09-14T02:31:19Z</dcterms:created>
  <dcterms:modified xsi:type="dcterms:W3CDTF">2026-09-14T02:31:19Z</dcterms:modified>
</cp:coreProperties>
</file>